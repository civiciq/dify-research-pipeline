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EDF 2025">
      <a:dk1>
        <a:srgbClr val="000000"/>
      </a:dk1>
      <a:lt1>
        <a:srgbClr val="FFFFFF"/>
      </a:lt1>
      <a:dk2>
        <a:srgbClr val="707172"/>
      </a:dk2>
      <a:lt2>
        <a:srgbClr val="B0B2B4"/>
      </a:lt2>
      <a:accent1>
        <a:srgbClr val="001A70"/>
      </a:accent1>
      <a:accent2>
        <a:srgbClr val="1057C8"/>
      </a:accent2>
      <a:accent3>
        <a:srgbClr val="4F9E30"/>
      </a:accent3>
      <a:accent4>
        <a:srgbClr val="88D910"/>
      </a:accent4>
      <a:accent5>
        <a:srgbClr val="FE5716"/>
      </a:accent5>
      <a:accent6>
        <a:srgbClr val="FF861D"/>
      </a:accent6>
      <a:hlink>
        <a:srgbClr val="001A70"/>
      </a:hlink>
      <a:folHlink>
        <a:srgbClr val="005BBA"/>
      </a:folHlink>
    </a:clrScheme>
    <a:fontScheme name="Office">
      <a:maj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